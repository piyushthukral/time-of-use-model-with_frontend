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h Thukral" userId="e66cea98-a00f-4ac3-a759-98f104e94438" providerId="ADAL" clId="{F1B9F3D7-2516-49CC-8C70-6770CFCB5FEF}"/>
    <pc:docChg chg="modSld">
      <pc:chgData name="Piyush Thukral" userId="e66cea98-a00f-4ac3-a759-98f104e94438" providerId="ADAL" clId="{F1B9F3D7-2516-49CC-8C70-6770CFCB5FEF}" dt="2025-07-11T06:41:37.851" v="0" actId="1076"/>
      <pc:docMkLst>
        <pc:docMk/>
      </pc:docMkLst>
      <pc:sldChg chg="modSp mod">
        <pc:chgData name="Piyush Thukral" userId="e66cea98-a00f-4ac3-a759-98f104e94438" providerId="ADAL" clId="{F1B9F3D7-2516-49CC-8C70-6770CFCB5FEF}" dt="2025-07-11T06:41:37.851" v="0" actId="1076"/>
        <pc:sldMkLst>
          <pc:docMk/>
          <pc:sldMk cId="0" sldId="256"/>
        </pc:sldMkLst>
        <pc:spChg chg="mod">
          <ac:chgData name="Piyush Thukral" userId="e66cea98-a00f-4ac3-a759-98f104e94438" providerId="ADAL" clId="{F1B9F3D7-2516-49CC-8C70-6770CFCB5FEF}" dt="2025-07-11T06:41:37.851" v="0" actId="1076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02628" y="1919882"/>
            <a:ext cx="813959" cy="813959"/>
          </a:xfrm>
          <a:custGeom>
            <a:avLst/>
            <a:gdLst/>
            <a:ahLst/>
            <a:cxnLst/>
            <a:rect l="0" t="0" r="0" b="0"/>
            <a:pathLst>
              <a:path w="813959" h="813959">
                <a:moveTo>
                  <a:pt x="813959" y="406979"/>
                </a:moveTo>
                <a:cubicBezTo>
                  <a:pt x="813959" y="631751"/>
                  <a:pt x="631751" y="813959"/>
                  <a:pt x="406979" y="813959"/>
                </a:cubicBezTo>
                <a:cubicBezTo>
                  <a:pt x="182208" y="813959"/>
                  <a:pt x="0" y="631751"/>
                  <a:pt x="0" y="406979"/>
                </a:cubicBezTo>
                <a:cubicBezTo>
                  <a:pt x="0" y="182208"/>
                  <a:pt x="182208" y="0"/>
                  <a:pt x="406979" y="0"/>
                </a:cubicBezTo>
                <a:cubicBezTo>
                  <a:pt x="631751" y="0"/>
                  <a:pt x="813959" y="182208"/>
                  <a:pt x="813959" y="406979"/>
                </a:cubicBezTo>
                <a:close/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90480" y="1614648"/>
            <a:ext cx="1831408" cy="1526174"/>
          </a:xfrm>
          <a:custGeom>
            <a:avLst/>
            <a:gdLst/>
            <a:ahLst/>
            <a:cxnLst/>
            <a:rect l="0" t="0" r="0" b="0"/>
            <a:pathLst>
              <a:path w="1831408" h="1526174">
                <a:moveTo>
                  <a:pt x="615641" y="1215784"/>
                </a:moveTo>
                <a:cubicBezTo>
                  <a:pt x="744518" y="1344654"/>
                  <a:pt x="922572" y="1424350"/>
                  <a:pt x="1119279" y="1424350"/>
                </a:cubicBezTo>
                <a:cubicBezTo>
                  <a:pt x="1509725" y="1424350"/>
                  <a:pt x="1826830" y="1110060"/>
                  <a:pt x="1831408" y="720653"/>
                </a:cubicBezTo>
                <a:cubicBezTo>
                  <a:pt x="1831408" y="717855"/>
                  <a:pt x="1831408" y="695303"/>
                  <a:pt x="1831408" y="691064"/>
                </a:cubicBezTo>
                <a:moveTo>
                  <a:pt x="406979" y="695302"/>
                </a:moveTo>
                <a:cubicBezTo>
                  <a:pt x="406979" y="699542"/>
                  <a:pt x="406979" y="709377"/>
                  <a:pt x="406979" y="712174"/>
                </a:cubicBezTo>
                <a:lnTo>
                  <a:pt x="0" y="712174"/>
                </a:lnTo>
                <a:moveTo>
                  <a:pt x="407064" y="695303"/>
                </a:moveTo>
                <a:cubicBezTo>
                  <a:pt x="411558" y="310559"/>
                  <a:pt x="725865" y="0"/>
                  <a:pt x="1119194" y="0"/>
                </a:cubicBezTo>
                <a:cubicBezTo>
                  <a:pt x="1512523" y="0"/>
                  <a:pt x="1831408" y="306574"/>
                  <a:pt x="1831408" y="695218"/>
                </a:cubicBezTo>
                <a:moveTo>
                  <a:pt x="615641" y="1215784"/>
                </a:moveTo>
                <a:lnTo>
                  <a:pt x="305234" y="1526174"/>
                </a:lnTo>
                <a:moveTo>
                  <a:pt x="712214" y="712262"/>
                </a:moveTo>
                <a:cubicBezTo>
                  <a:pt x="712214" y="487503"/>
                  <a:pt x="894422" y="305302"/>
                  <a:pt x="1119194" y="305302"/>
                </a:cubicBezTo>
                <a:cubicBezTo>
                  <a:pt x="1343965" y="305302"/>
                  <a:pt x="1526174" y="487503"/>
                  <a:pt x="1526174" y="712262"/>
                </a:cubicBezTo>
                <a:cubicBezTo>
                  <a:pt x="1526174" y="937020"/>
                  <a:pt x="1343965" y="1119218"/>
                  <a:pt x="1119194" y="1119218"/>
                </a:cubicBezTo>
                <a:cubicBezTo>
                  <a:pt x="894422" y="1119218"/>
                  <a:pt x="712214" y="937020"/>
                  <a:pt x="712214" y="712262"/>
                </a:cubicBezTo>
                <a:close/>
              </a:path>
            </a:pathLst>
          </a:custGeom>
          <a:noFill/>
          <a:ln w="1271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800949" y="1818204"/>
            <a:ext cx="1017449" cy="1017395"/>
          </a:xfrm>
          <a:custGeom>
            <a:avLst/>
            <a:gdLst/>
            <a:ahLst/>
            <a:cxnLst/>
            <a:rect l="0" t="0" r="0" b="0"/>
            <a:pathLst>
              <a:path w="1017449" h="1017395">
                <a:moveTo>
                  <a:pt x="1017449" y="508698"/>
                </a:moveTo>
                <a:cubicBezTo>
                  <a:pt x="1017449" y="789668"/>
                  <a:pt x="789710" y="1017395"/>
                  <a:pt x="508724" y="1017395"/>
                </a:cubicBezTo>
                <a:cubicBezTo>
                  <a:pt x="227739" y="1017395"/>
                  <a:pt x="0" y="789668"/>
                  <a:pt x="0" y="508698"/>
                </a:cubicBezTo>
                <a:cubicBezTo>
                  <a:pt x="0" y="227728"/>
                  <a:pt x="227739" y="0"/>
                  <a:pt x="508724" y="0"/>
                </a:cubicBezTo>
                <a:cubicBezTo>
                  <a:pt x="789710" y="0"/>
                  <a:pt x="1017449" y="227728"/>
                  <a:pt x="1017449" y="508698"/>
                </a:cubicBezTo>
                <a:close/>
              </a:path>
            </a:pathLst>
          </a:custGeom>
          <a:noFill/>
          <a:ln w="12717">
            <a:solidFill>
              <a:srgbClr val="92BD39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1443300" y="1716293"/>
            <a:ext cx="2747198" cy="1229417"/>
            <a:chOff x="406979" y="1170066"/>
            <a:chExt cx="2747198" cy="1229417"/>
          </a:xfrm>
        </p:grpSpPr>
        <p:sp>
          <p:nvSpPr>
            <p:cNvPr id="5" name="Rounded Rectangle 4"/>
            <p:cNvSpPr/>
            <p:nvPr/>
          </p:nvSpPr>
          <p:spPr>
            <a:xfrm>
              <a:off x="406979" y="1170066"/>
              <a:ext cx="2747198" cy="1229417"/>
            </a:xfrm>
            <a:custGeom>
              <a:avLst/>
              <a:gdLst/>
              <a:ahLst/>
              <a:cxnLst/>
              <a:rect l="0" t="0" r="0" b="0"/>
              <a:pathLst>
                <a:path w="2747198" h="1229417">
                  <a:moveTo>
                    <a:pt x="84" y="783436"/>
                  </a:moveTo>
                  <a:lnTo>
                    <a:pt x="84" y="771565"/>
                  </a:lnTo>
                  <a:lnTo>
                    <a:pt x="2747198" y="771565"/>
                  </a:lnTo>
                  <a:lnTo>
                    <a:pt x="2747198" y="783436"/>
                  </a:lnTo>
                  <a:cubicBezTo>
                    <a:pt x="2747198" y="1029743"/>
                    <a:pt x="2547523" y="1229417"/>
                    <a:pt x="2301216" y="1229417"/>
                  </a:cubicBezTo>
                  <a:lnTo>
                    <a:pt x="445981" y="1229417"/>
                  </a:lnTo>
                  <a:cubicBezTo>
                    <a:pt x="199674" y="1229417"/>
                    <a:pt x="0" y="1029743"/>
                    <a:pt x="0" y="783436"/>
                  </a:cubicBezTo>
                  <a:close/>
                  <a:moveTo>
                    <a:pt x="0" y="457852"/>
                  </a:moveTo>
                  <a:lnTo>
                    <a:pt x="0" y="445981"/>
                  </a:lnTo>
                  <a:cubicBezTo>
                    <a:pt x="0" y="199674"/>
                    <a:pt x="199674" y="0"/>
                    <a:pt x="445981" y="0"/>
                  </a:cubicBezTo>
                  <a:lnTo>
                    <a:pt x="2301216" y="0"/>
                  </a:lnTo>
                  <a:cubicBezTo>
                    <a:pt x="2547523" y="0"/>
                    <a:pt x="2747198" y="199674"/>
                    <a:pt x="2747198" y="445981"/>
                  </a:cubicBezTo>
                  <a:lnTo>
                    <a:pt x="2747198" y="457852"/>
                  </a:lnTo>
                  <a:close/>
                  <a:moveTo>
                    <a:pt x="66" y="457852"/>
                  </a:moveTo>
                  <a:lnTo>
                    <a:pt x="2747179" y="457852"/>
                  </a:lnTo>
                  <a:lnTo>
                    <a:pt x="2747179" y="771565"/>
                  </a:lnTo>
                  <a:lnTo>
                    <a:pt x="66" y="771565"/>
                  </a:ln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06979" y="1170066"/>
              <a:ext cx="2747198" cy="1229417"/>
            </a:xfrm>
            <a:custGeom>
              <a:avLst/>
              <a:gdLst/>
              <a:ahLst/>
              <a:cxnLst/>
              <a:rect l="0" t="0" r="0" b="0"/>
              <a:pathLst>
                <a:path w="2747198" h="1229417">
                  <a:moveTo>
                    <a:pt x="2747198" y="771565"/>
                  </a:moveTo>
                  <a:lnTo>
                    <a:pt x="2747198" y="783436"/>
                  </a:lnTo>
                  <a:cubicBezTo>
                    <a:pt x="2747198" y="1029743"/>
                    <a:pt x="2547523" y="1229417"/>
                    <a:pt x="2301216" y="1229417"/>
                  </a:cubicBezTo>
                  <a:lnTo>
                    <a:pt x="445981" y="1229417"/>
                  </a:lnTo>
                  <a:cubicBezTo>
                    <a:pt x="199674" y="1229417"/>
                    <a:pt x="0" y="1029743"/>
                    <a:pt x="0" y="783436"/>
                  </a:cubicBezTo>
                  <a:lnTo>
                    <a:pt x="84" y="783436"/>
                  </a:lnTo>
                  <a:lnTo>
                    <a:pt x="84" y="771565"/>
                  </a:lnTo>
                  <a:moveTo>
                    <a:pt x="0" y="457852"/>
                  </a:moveTo>
                  <a:lnTo>
                    <a:pt x="0" y="445981"/>
                  </a:lnTo>
                  <a:cubicBezTo>
                    <a:pt x="0" y="199674"/>
                    <a:pt x="199674" y="0"/>
                    <a:pt x="445981" y="0"/>
                  </a:cubicBezTo>
                  <a:lnTo>
                    <a:pt x="2301216" y="0"/>
                  </a:lnTo>
                  <a:cubicBezTo>
                    <a:pt x="2547523" y="0"/>
                    <a:pt x="2747198" y="199674"/>
                    <a:pt x="2747198" y="445981"/>
                  </a:cubicBezTo>
                  <a:lnTo>
                    <a:pt x="2747198" y="457852"/>
                  </a:lnTo>
                  <a:lnTo>
                    <a:pt x="2747113" y="457852"/>
                  </a:lnTo>
                  <a:moveTo>
                    <a:pt x="66" y="771565"/>
                  </a:moveTo>
                  <a:lnTo>
                    <a:pt x="66" y="457852"/>
                  </a:lnTo>
                  <a:moveTo>
                    <a:pt x="2747179" y="457852"/>
                  </a:moveTo>
                  <a:lnTo>
                    <a:pt x="2747179" y="771565"/>
                  </a:lnTo>
                </a:path>
              </a:pathLst>
            </a:custGeom>
            <a:noFill/>
            <a:ln w="1271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427326" y="3344314"/>
            <a:ext cx="813959" cy="813959"/>
          </a:xfrm>
          <a:custGeom>
            <a:avLst/>
            <a:gdLst/>
            <a:ahLst/>
            <a:cxnLst/>
            <a:rect l="0" t="0" r="0" b="0"/>
            <a:pathLst>
              <a:path w="813959" h="813959">
                <a:moveTo>
                  <a:pt x="813959" y="406979"/>
                </a:moveTo>
                <a:cubicBezTo>
                  <a:pt x="813959" y="631751"/>
                  <a:pt x="631751" y="813959"/>
                  <a:pt x="406979" y="813959"/>
                </a:cubicBezTo>
                <a:cubicBezTo>
                  <a:pt x="182208" y="813959"/>
                  <a:pt x="0" y="631751"/>
                  <a:pt x="0" y="406979"/>
                </a:cubicBezTo>
                <a:cubicBezTo>
                  <a:pt x="0" y="182208"/>
                  <a:pt x="182208" y="0"/>
                  <a:pt x="406979" y="0"/>
                </a:cubicBezTo>
                <a:cubicBezTo>
                  <a:pt x="631751" y="0"/>
                  <a:pt x="813959" y="182208"/>
                  <a:pt x="813959" y="406979"/>
                </a:cubicBezTo>
                <a:close/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25582" y="3242469"/>
            <a:ext cx="1017449" cy="1017451"/>
          </a:xfrm>
          <a:custGeom>
            <a:avLst/>
            <a:gdLst/>
            <a:ahLst/>
            <a:cxnLst/>
            <a:rect l="0" t="0" r="0" b="0"/>
            <a:pathLst>
              <a:path w="1017449" h="1017451">
                <a:moveTo>
                  <a:pt x="0" y="508724"/>
                </a:moveTo>
                <a:cubicBezTo>
                  <a:pt x="0" y="227739"/>
                  <a:pt x="227739" y="0"/>
                  <a:pt x="508724" y="0"/>
                </a:cubicBezTo>
                <a:cubicBezTo>
                  <a:pt x="789710" y="0"/>
                  <a:pt x="1017449" y="227739"/>
                  <a:pt x="1017449" y="508724"/>
                </a:cubicBezTo>
                <a:cubicBezTo>
                  <a:pt x="1017449" y="789710"/>
                  <a:pt x="789710" y="1017451"/>
                  <a:pt x="508724" y="1017451"/>
                </a:cubicBezTo>
                <a:cubicBezTo>
                  <a:pt x="227739" y="1017451"/>
                  <a:pt x="0" y="789710"/>
                  <a:pt x="0" y="508724"/>
                </a:cubicBezTo>
                <a:close/>
              </a:path>
            </a:pathLst>
          </a:custGeom>
          <a:noFill/>
          <a:ln w="12717">
            <a:solidFill>
              <a:srgbClr val="3CC583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22092" y="3039079"/>
            <a:ext cx="1831408" cy="1424429"/>
          </a:xfrm>
          <a:custGeom>
            <a:avLst/>
            <a:gdLst/>
            <a:ahLst/>
            <a:cxnLst/>
            <a:rect l="0" t="0" r="0" b="0"/>
            <a:pathLst>
              <a:path w="1831408" h="1424429">
                <a:moveTo>
                  <a:pt x="1215767" y="208577"/>
                </a:moveTo>
                <a:cubicBezTo>
                  <a:pt x="1086890" y="79700"/>
                  <a:pt x="908836" y="0"/>
                  <a:pt x="712129" y="0"/>
                </a:cubicBezTo>
                <a:cubicBezTo>
                  <a:pt x="321683" y="0"/>
                  <a:pt x="4578" y="314307"/>
                  <a:pt x="0" y="703735"/>
                </a:cubicBezTo>
                <a:cubicBezTo>
                  <a:pt x="0" y="706533"/>
                  <a:pt x="0" y="726374"/>
                  <a:pt x="0" y="729172"/>
                </a:cubicBezTo>
                <a:moveTo>
                  <a:pt x="1424328" y="730336"/>
                </a:moveTo>
                <a:cubicBezTo>
                  <a:pt x="1424328" y="727538"/>
                  <a:pt x="1424429" y="715012"/>
                  <a:pt x="1424429" y="712214"/>
                </a:cubicBezTo>
                <a:lnTo>
                  <a:pt x="1831408" y="712214"/>
                </a:lnTo>
                <a:moveTo>
                  <a:pt x="1424344" y="729087"/>
                </a:moveTo>
                <a:cubicBezTo>
                  <a:pt x="1419850" y="1113852"/>
                  <a:pt x="1105543" y="1424429"/>
                  <a:pt x="712214" y="1424429"/>
                </a:cubicBezTo>
                <a:cubicBezTo>
                  <a:pt x="318885" y="1424429"/>
                  <a:pt x="0" y="1117837"/>
                  <a:pt x="0" y="729172"/>
                </a:cubicBezTo>
                <a:moveTo>
                  <a:pt x="1119194" y="712129"/>
                </a:moveTo>
                <a:cubicBezTo>
                  <a:pt x="1119194" y="936901"/>
                  <a:pt x="936986" y="1119111"/>
                  <a:pt x="712214" y="1119111"/>
                </a:cubicBezTo>
                <a:cubicBezTo>
                  <a:pt x="487443" y="1119111"/>
                  <a:pt x="305234" y="936901"/>
                  <a:pt x="305234" y="712129"/>
                </a:cubicBezTo>
                <a:cubicBezTo>
                  <a:pt x="305234" y="487358"/>
                  <a:pt x="487443" y="305150"/>
                  <a:pt x="712214" y="305150"/>
                </a:cubicBezTo>
                <a:cubicBezTo>
                  <a:pt x="936986" y="305150"/>
                  <a:pt x="1119194" y="487358"/>
                  <a:pt x="1119194" y="712129"/>
                </a:cubicBezTo>
                <a:close/>
              </a:path>
            </a:pathLst>
          </a:custGeom>
          <a:noFill/>
          <a:ln w="1271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4953501" y="3140722"/>
            <a:ext cx="2747198" cy="1229417"/>
            <a:chOff x="3917180" y="2594495"/>
            <a:chExt cx="2747198" cy="1229417"/>
          </a:xfrm>
        </p:grpSpPr>
        <p:sp>
          <p:nvSpPr>
            <p:cNvPr id="11" name="Rounded Rectangle 10"/>
            <p:cNvSpPr/>
            <p:nvPr/>
          </p:nvSpPr>
          <p:spPr>
            <a:xfrm>
              <a:off x="3917180" y="2594495"/>
              <a:ext cx="2747198" cy="1229417"/>
            </a:xfrm>
            <a:custGeom>
              <a:avLst/>
              <a:gdLst/>
              <a:ahLst/>
              <a:cxnLst/>
              <a:rect l="0" t="0" r="0" b="0"/>
              <a:pathLst>
                <a:path w="2747198" h="1229417">
                  <a:moveTo>
                    <a:pt x="2747113" y="445981"/>
                  </a:moveTo>
                  <a:lnTo>
                    <a:pt x="2747113" y="457852"/>
                  </a:lnTo>
                  <a:lnTo>
                    <a:pt x="0" y="457852"/>
                  </a:lnTo>
                  <a:lnTo>
                    <a:pt x="0" y="445981"/>
                  </a:lnTo>
                  <a:cubicBezTo>
                    <a:pt x="0" y="199674"/>
                    <a:pt x="199674" y="0"/>
                    <a:pt x="445981" y="0"/>
                  </a:cubicBezTo>
                  <a:lnTo>
                    <a:pt x="2301216" y="0"/>
                  </a:lnTo>
                  <a:cubicBezTo>
                    <a:pt x="2547523" y="0"/>
                    <a:pt x="2747198" y="199674"/>
                    <a:pt x="2747198" y="445981"/>
                  </a:cubicBezTo>
                  <a:close/>
                  <a:moveTo>
                    <a:pt x="2747198" y="771565"/>
                  </a:moveTo>
                  <a:lnTo>
                    <a:pt x="2747198" y="783436"/>
                  </a:lnTo>
                  <a:cubicBezTo>
                    <a:pt x="2747198" y="1029743"/>
                    <a:pt x="2547523" y="1229417"/>
                    <a:pt x="2301216" y="1229417"/>
                  </a:cubicBezTo>
                  <a:lnTo>
                    <a:pt x="445981" y="1229417"/>
                  </a:lnTo>
                  <a:cubicBezTo>
                    <a:pt x="199674" y="1229417"/>
                    <a:pt x="0" y="1029743"/>
                    <a:pt x="0" y="783436"/>
                  </a:cubicBezTo>
                  <a:lnTo>
                    <a:pt x="0" y="771565"/>
                  </a:lnTo>
                  <a:close/>
                  <a:moveTo>
                    <a:pt x="2747113" y="771565"/>
                  </a:moveTo>
                  <a:lnTo>
                    <a:pt x="0" y="771565"/>
                  </a:lnTo>
                  <a:lnTo>
                    <a:pt x="0" y="457852"/>
                  </a:lnTo>
                  <a:lnTo>
                    <a:pt x="2747113" y="457852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917180" y="2594495"/>
              <a:ext cx="2747198" cy="1229417"/>
            </a:xfrm>
            <a:custGeom>
              <a:avLst/>
              <a:gdLst/>
              <a:ahLst/>
              <a:cxnLst/>
              <a:rect l="0" t="0" r="0" b="0"/>
              <a:pathLst>
                <a:path w="2747198" h="1229417">
                  <a:moveTo>
                    <a:pt x="0" y="457852"/>
                  </a:moveTo>
                  <a:lnTo>
                    <a:pt x="0" y="445981"/>
                  </a:lnTo>
                  <a:cubicBezTo>
                    <a:pt x="0" y="199674"/>
                    <a:pt x="199674" y="0"/>
                    <a:pt x="445981" y="0"/>
                  </a:cubicBezTo>
                  <a:lnTo>
                    <a:pt x="2301216" y="0"/>
                  </a:lnTo>
                  <a:cubicBezTo>
                    <a:pt x="2547523" y="0"/>
                    <a:pt x="2747198" y="199674"/>
                    <a:pt x="2747198" y="445981"/>
                  </a:cubicBezTo>
                  <a:lnTo>
                    <a:pt x="2747113" y="445981"/>
                  </a:lnTo>
                  <a:lnTo>
                    <a:pt x="2747113" y="457852"/>
                  </a:lnTo>
                  <a:moveTo>
                    <a:pt x="2747198" y="771565"/>
                  </a:moveTo>
                  <a:lnTo>
                    <a:pt x="2747198" y="783436"/>
                  </a:lnTo>
                  <a:cubicBezTo>
                    <a:pt x="2747198" y="1029743"/>
                    <a:pt x="2547523" y="1229417"/>
                    <a:pt x="2301216" y="1229417"/>
                  </a:cubicBezTo>
                  <a:lnTo>
                    <a:pt x="445981" y="1229417"/>
                  </a:lnTo>
                  <a:cubicBezTo>
                    <a:pt x="199674" y="1229417"/>
                    <a:pt x="0" y="1029743"/>
                    <a:pt x="0" y="783436"/>
                  </a:cubicBezTo>
                  <a:lnTo>
                    <a:pt x="0" y="771565"/>
                  </a:lnTo>
                  <a:lnTo>
                    <a:pt x="84" y="771565"/>
                  </a:lnTo>
                  <a:moveTo>
                    <a:pt x="2747113" y="457852"/>
                  </a:moveTo>
                  <a:lnTo>
                    <a:pt x="2747113" y="771565"/>
                  </a:lnTo>
                  <a:moveTo>
                    <a:pt x="0" y="771565"/>
                  </a:moveTo>
                  <a:lnTo>
                    <a:pt x="0" y="457852"/>
                  </a:lnTo>
                </a:path>
              </a:pathLst>
            </a:custGeom>
            <a:noFill/>
            <a:ln w="1271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2053770" y="4768641"/>
            <a:ext cx="813959" cy="805480"/>
          </a:xfrm>
          <a:custGeom>
            <a:avLst/>
            <a:gdLst/>
            <a:ahLst/>
            <a:cxnLst/>
            <a:rect l="0" t="0" r="0" b="0"/>
            <a:pathLst>
              <a:path w="813959" h="805480">
                <a:moveTo>
                  <a:pt x="813959" y="402740"/>
                </a:moveTo>
                <a:cubicBezTo>
                  <a:pt x="813959" y="625170"/>
                  <a:pt x="631751" y="805480"/>
                  <a:pt x="406979" y="805480"/>
                </a:cubicBezTo>
                <a:cubicBezTo>
                  <a:pt x="182208" y="805480"/>
                  <a:pt x="0" y="625170"/>
                  <a:pt x="0" y="402740"/>
                </a:cubicBezTo>
                <a:cubicBezTo>
                  <a:pt x="0" y="180309"/>
                  <a:pt x="182208" y="0"/>
                  <a:pt x="406979" y="0"/>
                </a:cubicBezTo>
                <a:cubicBezTo>
                  <a:pt x="631751" y="0"/>
                  <a:pt x="813959" y="180310"/>
                  <a:pt x="813959" y="402740"/>
                </a:cubicBezTo>
                <a:close/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952025" y="4666896"/>
            <a:ext cx="1017449" cy="1008970"/>
          </a:xfrm>
          <a:custGeom>
            <a:avLst/>
            <a:gdLst/>
            <a:ahLst/>
            <a:cxnLst/>
            <a:rect l="0" t="0" r="0" b="0"/>
            <a:pathLst>
              <a:path w="1017449" h="1008970">
                <a:moveTo>
                  <a:pt x="1017431" y="508724"/>
                </a:moveTo>
                <a:cubicBezTo>
                  <a:pt x="1017431" y="785027"/>
                  <a:pt x="789696" y="1008970"/>
                  <a:pt x="508716" y="1008970"/>
                </a:cubicBezTo>
                <a:cubicBezTo>
                  <a:pt x="227734" y="1008970"/>
                  <a:pt x="0" y="785027"/>
                  <a:pt x="0" y="508724"/>
                </a:cubicBezTo>
                <a:cubicBezTo>
                  <a:pt x="0" y="227739"/>
                  <a:pt x="227739" y="0"/>
                  <a:pt x="508724" y="0"/>
                </a:cubicBezTo>
                <a:cubicBezTo>
                  <a:pt x="789710" y="0"/>
                  <a:pt x="1017449" y="227739"/>
                  <a:pt x="1017449" y="508724"/>
                </a:cubicBezTo>
              </a:path>
            </a:pathLst>
          </a:custGeom>
          <a:noFill/>
          <a:ln w="12717">
            <a:solidFill>
              <a:srgbClr val="4E88E7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748535" y="4412534"/>
            <a:ext cx="2340133" cy="1475301"/>
          </a:xfrm>
          <a:custGeom>
            <a:avLst/>
            <a:gdLst/>
            <a:ahLst/>
            <a:cxnLst/>
            <a:rect l="0" t="0" r="0" b="0"/>
            <a:pathLst>
              <a:path w="2340133" h="1475301">
                <a:moveTo>
                  <a:pt x="1475301" y="0"/>
                </a:moveTo>
                <a:lnTo>
                  <a:pt x="1215767" y="259449"/>
                </a:lnTo>
                <a:cubicBezTo>
                  <a:pt x="1086890" y="130572"/>
                  <a:pt x="908836" y="50872"/>
                  <a:pt x="712129" y="50872"/>
                </a:cubicBezTo>
                <a:cubicBezTo>
                  <a:pt x="321683" y="50872"/>
                  <a:pt x="4578" y="365179"/>
                  <a:pt x="0" y="754608"/>
                </a:cubicBezTo>
                <a:cubicBezTo>
                  <a:pt x="0" y="757406"/>
                  <a:pt x="0" y="777246"/>
                  <a:pt x="0" y="780044"/>
                </a:cubicBezTo>
                <a:moveTo>
                  <a:pt x="1424429" y="780044"/>
                </a:moveTo>
                <a:cubicBezTo>
                  <a:pt x="1424429" y="777246"/>
                  <a:pt x="1424429" y="765885"/>
                  <a:pt x="1424429" y="763087"/>
                </a:cubicBezTo>
                <a:lnTo>
                  <a:pt x="2340133" y="763087"/>
                </a:lnTo>
                <a:moveTo>
                  <a:pt x="1424429" y="780044"/>
                </a:moveTo>
                <a:cubicBezTo>
                  <a:pt x="1419935" y="1164763"/>
                  <a:pt x="1105609" y="1475301"/>
                  <a:pt x="712256" y="1475301"/>
                </a:cubicBezTo>
                <a:cubicBezTo>
                  <a:pt x="318904" y="1475301"/>
                  <a:pt x="0" y="1168747"/>
                  <a:pt x="0" y="780129"/>
                </a:cubicBezTo>
                <a:moveTo>
                  <a:pt x="1119178" y="763087"/>
                </a:moveTo>
                <a:cubicBezTo>
                  <a:pt x="1119178" y="984112"/>
                  <a:pt x="936973" y="1163283"/>
                  <a:pt x="712206" y="1163283"/>
                </a:cubicBezTo>
                <a:cubicBezTo>
                  <a:pt x="487437" y="1163283"/>
                  <a:pt x="305234" y="984112"/>
                  <a:pt x="305234" y="763087"/>
                </a:cubicBezTo>
                <a:cubicBezTo>
                  <a:pt x="305234" y="538315"/>
                  <a:pt x="487443" y="356107"/>
                  <a:pt x="712214" y="356107"/>
                </a:cubicBezTo>
                <a:cubicBezTo>
                  <a:pt x="936986" y="356107"/>
                  <a:pt x="1119194" y="538315"/>
                  <a:pt x="1119194" y="763087"/>
                </a:cubicBezTo>
              </a:path>
            </a:pathLst>
          </a:custGeom>
          <a:noFill/>
          <a:ln w="1271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9" name="Group 18"/>
          <p:cNvGrpSpPr/>
          <p:nvPr/>
        </p:nvGrpSpPr>
        <p:grpSpPr>
          <a:xfrm>
            <a:off x="4088635" y="4514279"/>
            <a:ext cx="2747231" cy="1323531"/>
            <a:chOff x="3052314" y="3968052"/>
            <a:chExt cx="2747231" cy="1323531"/>
          </a:xfrm>
        </p:grpSpPr>
        <p:sp>
          <p:nvSpPr>
            <p:cNvPr id="17" name="Rounded Rectangle 16"/>
            <p:cNvSpPr/>
            <p:nvPr/>
          </p:nvSpPr>
          <p:spPr>
            <a:xfrm>
              <a:off x="3052314" y="3968052"/>
              <a:ext cx="2747231" cy="1323531"/>
            </a:xfrm>
            <a:custGeom>
              <a:avLst/>
              <a:gdLst/>
              <a:ahLst/>
              <a:cxnLst/>
              <a:rect l="0" t="0" r="0" b="0"/>
              <a:pathLst>
                <a:path w="2747231" h="1323531">
                  <a:moveTo>
                    <a:pt x="2747146" y="445981"/>
                  </a:moveTo>
                  <a:lnTo>
                    <a:pt x="2747146" y="457852"/>
                  </a:lnTo>
                  <a:lnTo>
                    <a:pt x="33" y="457852"/>
                  </a:lnTo>
                  <a:lnTo>
                    <a:pt x="33" y="445981"/>
                  </a:lnTo>
                  <a:cubicBezTo>
                    <a:pt x="33" y="199674"/>
                    <a:pt x="199707" y="0"/>
                    <a:pt x="446015" y="0"/>
                  </a:cubicBezTo>
                  <a:lnTo>
                    <a:pt x="2301249" y="0"/>
                  </a:lnTo>
                  <a:cubicBezTo>
                    <a:pt x="2547556" y="0"/>
                    <a:pt x="2747231" y="199674"/>
                    <a:pt x="2747231" y="445981"/>
                  </a:cubicBezTo>
                  <a:close/>
                  <a:moveTo>
                    <a:pt x="2747146" y="873310"/>
                  </a:moveTo>
                  <a:lnTo>
                    <a:pt x="33" y="873310"/>
                  </a:lnTo>
                  <a:lnTo>
                    <a:pt x="33" y="457852"/>
                  </a:lnTo>
                  <a:lnTo>
                    <a:pt x="2747146" y="457852"/>
                  </a:lnTo>
                  <a:close/>
                  <a:moveTo>
                    <a:pt x="2747150" y="873310"/>
                  </a:moveTo>
                  <a:lnTo>
                    <a:pt x="2747150" y="884983"/>
                  </a:lnTo>
                  <a:cubicBezTo>
                    <a:pt x="2747150" y="1127185"/>
                    <a:pt x="2547478" y="1323531"/>
                    <a:pt x="2301176" y="1323531"/>
                  </a:cubicBezTo>
                  <a:lnTo>
                    <a:pt x="445974" y="1323531"/>
                  </a:lnTo>
                  <a:cubicBezTo>
                    <a:pt x="199671" y="1323531"/>
                    <a:pt x="0" y="1127185"/>
                    <a:pt x="0" y="884983"/>
                  </a:cubicBezTo>
                  <a:lnTo>
                    <a:pt x="0" y="873310"/>
                  </a:lnTo>
                  <a:close/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52314" y="3968052"/>
              <a:ext cx="2747231" cy="1323531"/>
            </a:xfrm>
            <a:custGeom>
              <a:avLst/>
              <a:gdLst/>
              <a:ahLst/>
              <a:cxnLst/>
              <a:rect l="0" t="0" r="0" b="0"/>
              <a:pathLst>
                <a:path w="2747231" h="1323531">
                  <a:moveTo>
                    <a:pt x="33" y="457852"/>
                  </a:moveTo>
                  <a:lnTo>
                    <a:pt x="33" y="445981"/>
                  </a:lnTo>
                  <a:cubicBezTo>
                    <a:pt x="33" y="199674"/>
                    <a:pt x="199707" y="0"/>
                    <a:pt x="446015" y="0"/>
                  </a:cubicBezTo>
                  <a:lnTo>
                    <a:pt x="2301249" y="0"/>
                  </a:lnTo>
                  <a:cubicBezTo>
                    <a:pt x="2547556" y="0"/>
                    <a:pt x="2747231" y="199674"/>
                    <a:pt x="2747231" y="445981"/>
                  </a:cubicBezTo>
                  <a:lnTo>
                    <a:pt x="2747146" y="445981"/>
                  </a:lnTo>
                  <a:lnTo>
                    <a:pt x="2747146" y="457852"/>
                  </a:lnTo>
                  <a:moveTo>
                    <a:pt x="2747146" y="873310"/>
                  </a:moveTo>
                  <a:lnTo>
                    <a:pt x="2747146" y="457852"/>
                  </a:lnTo>
                  <a:moveTo>
                    <a:pt x="33" y="873310"/>
                  </a:moveTo>
                  <a:lnTo>
                    <a:pt x="33" y="457852"/>
                  </a:lnTo>
                  <a:moveTo>
                    <a:pt x="2747150" y="873310"/>
                  </a:moveTo>
                  <a:lnTo>
                    <a:pt x="2747150" y="884983"/>
                  </a:lnTo>
                  <a:cubicBezTo>
                    <a:pt x="2747150" y="1127185"/>
                    <a:pt x="2547478" y="1323531"/>
                    <a:pt x="2301176" y="1323531"/>
                  </a:cubicBezTo>
                  <a:lnTo>
                    <a:pt x="445974" y="1323531"/>
                  </a:lnTo>
                  <a:cubicBezTo>
                    <a:pt x="199671" y="1323531"/>
                    <a:pt x="0" y="1127185"/>
                    <a:pt x="0" y="884983"/>
                  </a:cubicBezTo>
                  <a:lnTo>
                    <a:pt x="0" y="873310"/>
                  </a:lnTo>
                  <a:lnTo>
                    <a:pt x="84" y="873310"/>
                  </a:lnTo>
                </a:path>
              </a:pathLst>
            </a:custGeom>
            <a:noFill/>
            <a:ln w="1271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4187260" y="4921196"/>
            <a:ext cx="511878" cy="508787"/>
          </a:xfrm>
          <a:custGeom>
            <a:avLst/>
            <a:gdLst/>
            <a:ahLst/>
            <a:cxnLst/>
            <a:rect l="0" t="0" r="0" b="0"/>
            <a:pathLst>
              <a:path w="511878" h="508787">
                <a:moveTo>
                  <a:pt x="232079" y="198888"/>
                </a:moveTo>
                <a:lnTo>
                  <a:pt x="232079" y="296818"/>
                </a:lnTo>
                <a:cubicBezTo>
                  <a:pt x="231843" y="310733"/>
                  <a:pt x="224792" y="323647"/>
                  <a:pt x="213214" y="331369"/>
                </a:cubicBezTo>
                <a:lnTo>
                  <a:pt x="192017" y="345571"/>
                </a:lnTo>
                <a:cubicBezTo>
                  <a:pt x="185009" y="350115"/>
                  <a:pt x="176841" y="352544"/>
                  <a:pt x="168489" y="352566"/>
                </a:cubicBezTo>
                <a:cubicBezTo>
                  <a:pt x="145075" y="352566"/>
                  <a:pt x="126095" y="333585"/>
                  <a:pt x="126095" y="310172"/>
                </a:cubicBezTo>
                <a:lnTo>
                  <a:pt x="126095" y="198888"/>
                </a:lnTo>
                <a:lnTo>
                  <a:pt x="13540" y="70435"/>
                </a:lnTo>
                <a:cubicBezTo>
                  <a:pt x="2572" y="57861"/>
                  <a:pt x="0" y="40023"/>
                  <a:pt x="6969" y="24862"/>
                </a:cubicBezTo>
                <a:cubicBezTo>
                  <a:pt x="13860" y="9753"/>
                  <a:pt x="28940" y="59"/>
                  <a:pt x="45547" y="62"/>
                </a:cubicBezTo>
                <a:lnTo>
                  <a:pt x="312415" y="62"/>
                </a:lnTo>
                <a:cubicBezTo>
                  <a:pt x="329094" y="0"/>
                  <a:pt x="344259" y="9722"/>
                  <a:pt x="351164" y="24904"/>
                </a:cubicBezTo>
                <a:cubicBezTo>
                  <a:pt x="358069" y="40086"/>
                  <a:pt x="355430" y="57906"/>
                  <a:pt x="344423" y="70435"/>
                </a:cubicBezTo>
                <a:close/>
                <a:moveTo>
                  <a:pt x="128757" y="131975"/>
                </a:moveTo>
                <a:cubicBezTo>
                  <a:pt x="132930" y="130410"/>
                  <a:pt x="135679" y="126401"/>
                  <a:pt x="135633" y="121944"/>
                </a:cubicBezTo>
                <a:lnTo>
                  <a:pt x="135633" y="95448"/>
                </a:lnTo>
                <a:cubicBezTo>
                  <a:pt x="135560" y="92802"/>
                  <a:pt x="134588" y="90261"/>
                  <a:pt x="132878" y="88241"/>
                </a:cubicBezTo>
                <a:lnTo>
                  <a:pt x="94512" y="45847"/>
                </a:lnTo>
                <a:cubicBezTo>
                  <a:pt x="92474" y="43688"/>
                  <a:pt x="89638" y="42461"/>
                  <a:pt x="86669" y="42456"/>
                </a:cubicBezTo>
                <a:lnTo>
                  <a:pt x="65472" y="42456"/>
                </a:lnTo>
                <a:cubicBezTo>
                  <a:pt x="61324" y="42507"/>
                  <a:pt x="57556" y="44882"/>
                  <a:pt x="55721" y="48603"/>
                </a:cubicBezTo>
                <a:cubicBezTo>
                  <a:pt x="54025" y="52425"/>
                  <a:pt x="54686" y="56883"/>
                  <a:pt x="57417" y="60049"/>
                </a:cubicBezTo>
                <a:lnTo>
                  <a:pt x="116980" y="128939"/>
                </a:lnTo>
                <a:cubicBezTo>
                  <a:pt x="119877" y="132327"/>
                  <a:pt x="124584" y="133540"/>
                  <a:pt x="128757" y="131975"/>
                </a:cubicBezTo>
                <a:close/>
                <a:moveTo>
                  <a:pt x="368799" y="296818"/>
                </a:moveTo>
                <a:cubicBezTo>
                  <a:pt x="368799" y="288038"/>
                  <a:pt x="375917" y="280920"/>
                  <a:pt x="384697" y="280920"/>
                </a:cubicBezTo>
                <a:lnTo>
                  <a:pt x="427090" y="280920"/>
                </a:lnTo>
                <a:cubicBezTo>
                  <a:pt x="435870" y="280920"/>
                  <a:pt x="442988" y="288038"/>
                  <a:pt x="442988" y="296818"/>
                </a:cubicBezTo>
                <a:cubicBezTo>
                  <a:pt x="442988" y="305598"/>
                  <a:pt x="435870" y="312716"/>
                  <a:pt x="427090" y="312716"/>
                </a:cubicBezTo>
                <a:lnTo>
                  <a:pt x="384697" y="312716"/>
                </a:lnTo>
                <a:cubicBezTo>
                  <a:pt x="375917" y="312716"/>
                  <a:pt x="368799" y="305598"/>
                  <a:pt x="368799" y="296818"/>
                </a:cubicBezTo>
                <a:close/>
                <a:moveTo>
                  <a:pt x="326405" y="360409"/>
                </a:moveTo>
                <a:cubicBezTo>
                  <a:pt x="326405" y="351629"/>
                  <a:pt x="333523" y="344511"/>
                  <a:pt x="342303" y="344511"/>
                </a:cubicBezTo>
                <a:lnTo>
                  <a:pt x="427090" y="344511"/>
                </a:lnTo>
                <a:cubicBezTo>
                  <a:pt x="435870" y="344511"/>
                  <a:pt x="442988" y="351629"/>
                  <a:pt x="442988" y="360409"/>
                </a:cubicBezTo>
                <a:cubicBezTo>
                  <a:pt x="442988" y="369189"/>
                  <a:pt x="435870" y="376306"/>
                  <a:pt x="427090" y="376306"/>
                </a:cubicBezTo>
                <a:lnTo>
                  <a:pt x="342303" y="376306"/>
                </a:lnTo>
                <a:cubicBezTo>
                  <a:pt x="333523" y="376306"/>
                  <a:pt x="326405" y="369189"/>
                  <a:pt x="326405" y="360409"/>
                </a:cubicBezTo>
                <a:close/>
                <a:moveTo>
                  <a:pt x="326405" y="423999"/>
                </a:moveTo>
                <a:cubicBezTo>
                  <a:pt x="326405" y="415219"/>
                  <a:pt x="333523" y="408101"/>
                  <a:pt x="342303" y="408101"/>
                </a:cubicBezTo>
                <a:lnTo>
                  <a:pt x="427090" y="408101"/>
                </a:lnTo>
                <a:cubicBezTo>
                  <a:pt x="435870" y="408101"/>
                  <a:pt x="442988" y="415219"/>
                  <a:pt x="442988" y="423999"/>
                </a:cubicBezTo>
                <a:cubicBezTo>
                  <a:pt x="442988" y="432779"/>
                  <a:pt x="435870" y="439897"/>
                  <a:pt x="427090" y="439897"/>
                </a:cubicBezTo>
                <a:lnTo>
                  <a:pt x="342303" y="439897"/>
                </a:lnTo>
                <a:cubicBezTo>
                  <a:pt x="333523" y="439897"/>
                  <a:pt x="326405" y="432779"/>
                  <a:pt x="326405" y="423999"/>
                </a:cubicBezTo>
                <a:close/>
                <a:moveTo>
                  <a:pt x="511878" y="254424"/>
                </a:moveTo>
                <a:lnTo>
                  <a:pt x="511878" y="466393"/>
                </a:lnTo>
                <a:cubicBezTo>
                  <a:pt x="511878" y="489806"/>
                  <a:pt x="492897" y="508787"/>
                  <a:pt x="469484" y="508787"/>
                </a:cubicBezTo>
                <a:lnTo>
                  <a:pt x="299909" y="508787"/>
                </a:lnTo>
                <a:cubicBezTo>
                  <a:pt x="276496" y="508787"/>
                  <a:pt x="257515" y="489806"/>
                  <a:pt x="257515" y="466393"/>
                </a:cubicBezTo>
                <a:lnTo>
                  <a:pt x="257515" y="254424"/>
                </a:lnTo>
                <a:cubicBezTo>
                  <a:pt x="257515" y="231011"/>
                  <a:pt x="276496" y="212031"/>
                  <a:pt x="299909" y="212031"/>
                </a:cubicBezTo>
                <a:lnTo>
                  <a:pt x="469484" y="212031"/>
                </a:lnTo>
                <a:cubicBezTo>
                  <a:pt x="492897" y="212031"/>
                  <a:pt x="511878" y="231011"/>
                  <a:pt x="511878" y="254424"/>
                </a:cubicBezTo>
                <a:close/>
                <a:moveTo>
                  <a:pt x="469484" y="259723"/>
                </a:moveTo>
                <a:cubicBezTo>
                  <a:pt x="469484" y="256797"/>
                  <a:pt x="467112" y="254424"/>
                  <a:pt x="464185" y="254424"/>
                </a:cubicBezTo>
                <a:lnTo>
                  <a:pt x="305208" y="254424"/>
                </a:lnTo>
                <a:cubicBezTo>
                  <a:pt x="302282" y="254424"/>
                  <a:pt x="299909" y="256797"/>
                  <a:pt x="299909" y="259723"/>
                </a:cubicBezTo>
                <a:lnTo>
                  <a:pt x="299909" y="461094"/>
                </a:lnTo>
                <a:cubicBezTo>
                  <a:pt x="299909" y="464020"/>
                  <a:pt x="302282" y="466393"/>
                  <a:pt x="305208" y="466393"/>
                </a:cubicBezTo>
                <a:lnTo>
                  <a:pt x="464185" y="466393"/>
                </a:lnTo>
                <a:cubicBezTo>
                  <a:pt x="467112" y="466393"/>
                  <a:pt x="469484" y="464020"/>
                  <a:pt x="469484" y="46109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15486" y="2072401"/>
            <a:ext cx="511152" cy="508724"/>
          </a:xfrm>
          <a:custGeom>
            <a:avLst/>
            <a:gdLst/>
            <a:ahLst/>
            <a:cxnLst/>
            <a:rect l="0" t="0" r="0" b="0"/>
            <a:pathLst>
              <a:path w="511152" h="508724">
                <a:moveTo>
                  <a:pt x="1234" y="0"/>
                </a:moveTo>
                <a:moveTo>
                  <a:pt x="319187" y="508724"/>
                </a:moveTo>
                <a:lnTo>
                  <a:pt x="234400" y="508724"/>
                </a:lnTo>
                <a:lnTo>
                  <a:pt x="319187" y="402740"/>
                </a:lnTo>
                <a:lnTo>
                  <a:pt x="234400" y="296756"/>
                </a:lnTo>
                <a:lnTo>
                  <a:pt x="319187" y="296756"/>
                </a:lnTo>
                <a:lnTo>
                  <a:pt x="372180" y="360346"/>
                </a:lnTo>
                <a:lnTo>
                  <a:pt x="425172" y="296756"/>
                </a:lnTo>
                <a:lnTo>
                  <a:pt x="509959" y="296756"/>
                </a:lnTo>
                <a:lnTo>
                  <a:pt x="425172" y="402740"/>
                </a:lnTo>
                <a:lnTo>
                  <a:pt x="509959" y="508724"/>
                </a:lnTo>
                <a:lnTo>
                  <a:pt x="425172" y="508724"/>
                </a:lnTo>
                <a:lnTo>
                  <a:pt x="372180" y="445134"/>
                </a:lnTo>
                <a:close/>
                <a:moveTo>
                  <a:pt x="170809" y="450433"/>
                </a:moveTo>
                <a:cubicBezTo>
                  <a:pt x="170809" y="459213"/>
                  <a:pt x="163692" y="466330"/>
                  <a:pt x="154912" y="466331"/>
                </a:cubicBezTo>
                <a:cubicBezTo>
                  <a:pt x="105478" y="466238"/>
                  <a:pt x="63391" y="430343"/>
                  <a:pt x="55498" y="381543"/>
                </a:cubicBezTo>
                <a:lnTo>
                  <a:pt x="17132" y="381543"/>
                </a:lnTo>
                <a:cubicBezTo>
                  <a:pt x="10706" y="381537"/>
                  <a:pt x="4916" y="377664"/>
                  <a:pt x="2458" y="371727"/>
                </a:cubicBezTo>
                <a:cubicBezTo>
                  <a:pt x="0" y="365790"/>
                  <a:pt x="1357" y="358957"/>
                  <a:pt x="5898" y="354411"/>
                </a:cubicBezTo>
                <a:lnTo>
                  <a:pt x="58890" y="301419"/>
                </a:lnTo>
                <a:cubicBezTo>
                  <a:pt x="61842" y="298389"/>
                  <a:pt x="65894" y="296680"/>
                  <a:pt x="70124" y="296680"/>
                </a:cubicBezTo>
                <a:cubicBezTo>
                  <a:pt x="74355" y="296680"/>
                  <a:pt x="78406" y="298389"/>
                  <a:pt x="81359" y="301419"/>
                </a:cubicBezTo>
                <a:lnTo>
                  <a:pt x="134351" y="354411"/>
                </a:lnTo>
                <a:cubicBezTo>
                  <a:pt x="138892" y="358957"/>
                  <a:pt x="140249" y="365790"/>
                  <a:pt x="137791" y="371727"/>
                </a:cubicBezTo>
                <a:cubicBezTo>
                  <a:pt x="135332" y="377664"/>
                  <a:pt x="129542" y="381537"/>
                  <a:pt x="123116" y="381543"/>
                </a:cubicBezTo>
                <a:lnTo>
                  <a:pt x="87930" y="381543"/>
                </a:lnTo>
                <a:cubicBezTo>
                  <a:pt x="95361" y="412543"/>
                  <a:pt x="123034" y="434436"/>
                  <a:pt x="154912" y="434535"/>
                </a:cubicBezTo>
                <a:cubicBezTo>
                  <a:pt x="163692" y="434535"/>
                  <a:pt x="170809" y="441653"/>
                  <a:pt x="170809" y="450433"/>
                </a:cubicBezTo>
                <a:close/>
                <a:moveTo>
                  <a:pt x="505296" y="128876"/>
                </a:moveTo>
                <a:lnTo>
                  <a:pt x="452304" y="181869"/>
                </a:lnTo>
                <a:cubicBezTo>
                  <a:pt x="446097" y="188068"/>
                  <a:pt x="436042" y="188068"/>
                  <a:pt x="429835" y="181869"/>
                </a:cubicBezTo>
                <a:lnTo>
                  <a:pt x="376843" y="128876"/>
                </a:lnTo>
                <a:cubicBezTo>
                  <a:pt x="372328" y="124374"/>
                  <a:pt x="370987" y="117587"/>
                  <a:pt x="373451" y="111707"/>
                </a:cubicBezTo>
                <a:cubicBezTo>
                  <a:pt x="375857" y="105729"/>
                  <a:pt x="381633" y="101794"/>
                  <a:pt x="388077" y="101744"/>
                </a:cubicBezTo>
                <a:lnTo>
                  <a:pt x="425172" y="101744"/>
                </a:lnTo>
                <a:cubicBezTo>
                  <a:pt x="422298" y="65829"/>
                  <a:pt x="392312" y="38150"/>
                  <a:pt x="356282" y="38154"/>
                </a:cubicBezTo>
                <a:cubicBezTo>
                  <a:pt x="347502" y="38154"/>
                  <a:pt x="340384" y="31036"/>
                  <a:pt x="340384" y="22256"/>
                </a:cubicBezTo>
                <a:cubicBezTo>
                  <a:pt x="340384" y="13476"/>
                  <a:pt x="347502" y="6359"/>
                  <a:pt x="356282" y="6359"/>
                </a:cubicBezTo>
                <a:cubicBezTo>
                  <a:pt x="409801" y="6397"/>
                  <a:pt x="453938" y="48299"/>
                  <a:pt x="456755" y="101744"/>
                </a:cubicBezTo>
                <a:lnTo>
                  <a:pt x="494062" y="101744"/>
                </a:lnTo>
                <a:cubicBezTo>
                  <a:pt x="500505" y="101794"/>
                  <a:pt x="506282" y="105729"/>
                  <a:pt x="508687" y="111707"/>
                </a:cubicBezTo>
                <a:cubicBezTo>
                  <a:pt x="511152" y="117587"/>
                  <a:pt x="509811" y="124374"/>
                  <a:pt x="505296" y="128876"/>
                </a:cubicBezTo>
                <a:close/>
                <a:moveTo>
                  <a:pt x="309861" y="45361"/>
                </a:moveTo>
                <a:lnTo>
                  <a:pt x="309861" y="216207"/>
                </a:lnTo>
                <a:cubicBezTo>
                  <a:pt x="309861" y="241260"/>
                  <a:pt x="289552" y="261569"/>
                  <a:pt x="264499" y="261569"/>
                </a:cubicBezTo>
                <a:lnTo>
                  <a:pt x="46596" y="261569"/>
                </a:lnTo>
                <a:cubicBezTo>
                  <a:pt x="21543" y="261569"/>
                  <a:pt x="1234" y="241260"/>
                  <a:pt x="1234" y="216207"/>
                </a:cubicBezTo>
                <a:lnTo>
                  <a:pt x="1234" y="45361"/>
                </a:lnTo>
                <a:cubicBezTo>
                  <a:pt x="1234" y="20308"/>
                  <a:pt x="21543" y="0"/>
                  <a:pt x="46596" y="0"/>
                </a:cubicBezTo>
                <a:lnTo>
                  <a:pt x="264499" y="0"/>
                </a:lnTo>
                <a:cubicBezTo>
                  <a:pt x="289552" y="0"/>
                  <a:pt x="309861" y="20308"/>
                  <a:pt x="309861" y="45361"/>
                </a:cubicBezTo>
                <a:close/>
                <a:moveTo>
                  <a:pt x="197941" y="137567"/>
                </a:moveTo>
                <a:lnTo>
                  <a:pt x="197941" y="73977"/>
                </a:lnTo>
                <a:lnTo>
                  <a:pt x="147069" y="73977"/>
                </a:lnTo>
                <a:lnTo>
                  <a:pt x="147069" y="137567"/>
                </a:lnTo>
                <a:close/>
                <a:moveTo>
                  <a:pt x="147069" y="169574"/>
                </a:moveTo>
                <a:lnTo>
                  <a:pt x="147069" y="229985"/>
                </a:lnTo>
                <a:lnTo>
                  <a:pt x="197941" y="229985"/>
                </a:lnTo>
                <a:lnTo>
                  <a:pt x="197941" y="169574"/>
                </a:lnTo>
                <a:close/>
                <a:moveTo>
                  <a:pt x="33030" y="74400"/>
                </a:moveTo>
                <a:lnTo>
                  <a:pt x="33030" y="137991"/>
                </a:lnTo>
                <a:lnTo>
                  <a:pt x="115274" y="137991"/>
                </a:lnTo>
                <a:lnTo>
                  <a:pt x="115274" y="74400"/>
                </a:lnTo>
                <a:close/>
                <a:moveTo>
                  <a:pt x="229737" y="137991"/>
                </a:moveTo>
                <a:lnTo>
                  <a:pt x="278065" y="137991"/>
                </a:lnTo>
                <a:lnTo>
                  <a:pt x="278065" y="74400"/>
                </a:lnTo>
                <a:lnTo>
                  <a:pt x="229737" y="74400"/>
                </a:lnTo>
                <a:close/>
                <a:moveTo>
                  <a:pt x="36927" y="225937"/>
                </a:moveTo>
                <a:cubicBezTo>
                  <a:pt x="39478" y="228528"/>
                  <a:pt x="42961" y="229986"/>
                  <a:pt x="46596" y="229985"/>
                </a:cubicBezTo>
                <a:lnTo>
                  <a:pt x="115274" y="229985"/>
                </a:lnTo>
                <a:lnTo>
                  <a:pt x="115274" y="169574"/>
                </a:lnTo>
                <a:lnTo>
                  <a:pt x="33030" y="169574"/>
                </a:lnTo>
                <a:lnTo>
                  <a:pt x="33030" y="216207"/>
                </a:lnTo>
                <a:cubicBezTo>
                  <a:pt x="32973" y="219842"/>
                  <a:pt x="34377" y="223347"/>
                  <a:pt x="36927" y="225937"/>
                </a:cubicBezTo>
                <a:close/>
                <a:moveTo>
                  <a:pt x="278065" y="216207"/>
                </a:moveTo>
                <a:lnTo>
                  <a:pt x="278065" y="169574"/>
                </a:lnTo>
                <a:lnTo>
                  <a:pt x="229737" y="169574"/>
                </a:lnTo>
                <a:lnTo>
                  <a:pt x="229737" y="229773"/>
                </a:lnTo>
                <a:lnTo>
                  <a:pt x="264499" y="229773"/>
                </a:lnTo>
                <a:cubicBezTo>
                  <a:pt x="271992" y="229773"/>
                  <a:pt x="278065" y="223700"/>
                  <a:pt x="278065" y="216207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55245" y="3496830"/>
            <a:ext cx="508724" cy="508724"/>
          </a:xfrm>
          <a:custGeom>
            <a:avLst/>
            <a:gdLst/>
            <a:ahLst/>
            <a:cxnLst/>
            <a:rect l="0" t="0" r="0" b="0"/>
            <a:pathLst>
              <a:path w="508724" h="508724">
                <a:moveTo>
                  <a:pt x="135024" y="413338"/>
                </a:moveTo>
                <a:lnTo>
                  <a:pt x="328551" y="413338"/>
                </a:lnTo>
                <a:cubicBezTo>
                  <a:pt x="340258" y="413338"/>
                  <a:pt x="349748" y="422828"/>
                  <a:pt x="349748" y="434535"/>
                </a:cubicBezTo>
                <a:lnTo>
                  <a:pt x="349748" y="440046"/>
                </a:lnTo>
                <a:cubicBezTo>
                  <a:pt x="349748" y="466269"/>
                  <a:pt x="328490" y="487527"/>
                  <a:pt x="302267" y="487527"/>
                </a:cubicBezTo>
                <a:lnTo>
                  <a:pt x="74189" y="487527"/>
                </a:lnTo>
                <a:cubicBezTo>
                  <a:pt x="68335" y="487527"/>
                  <a:pt x="63590" y="482782"/>
                  <a:pt x="63590" y="476929"/>
                </a:cubicBezTo>
                <a:lnTo>
                  <a:pt x="63590" y="339149"/>
                </a:lnTo>
                <a:cubicBezTo>
                  <a:pt x="63590" y="333296"/>
                  <a:pt x="68335" y="328551"/>
                  <a:pt x="74189" y="328551"/>
                </a:cubicBezTo>
                <a:lnTo>
                  <a:pt x="164487" y="323252"/>
                </a:lnTo>
                <a:cubicBezTo>
                  <a:pt x="184344" y="325408"/>
                  <a:pt x="201263" y="338631"/>
                  <a:pt x="208153" y="357379"/>
                </a:cubicBezTo>
                <a:cubicBezTo>
                  <a:pt x="210924" y="363922"/>
                  <a:pt x="210232" y="371419"/>
                  <a:pt x="206310" y="377345"/>
                </a:cubicBezTo>
                <a:cubicBezTo>
                  <a:pt x="202388" y="383270"/>
                  <a:pt x="195758" y="386836"/>
                  <a:pt x="188652" y="386842"/>
                </a:cubicBezTo>
                <a:lnTo>
                  <a:pt x="135024" y="386842"/>
                </a:lnTo>
                <a:cubicBezTo>
                  <a:pt x="127765" y="386842"/>
                  <a:pt x="121881" y="392726"/>
                  <a:pt x="121881" y="399984"/>
                </a:cubicBezTo>
                <a:cubicBezTo>
                  <a:pt x="121881" y="407278"/>
                  <a:pt x="127731" y="413222"/>
                  <a:pt x="135024" y="413338"/>
                </a:cubicBezTo>
                <a:close/>
                <a:moveTo>
                  <a:pt x="42393" y="487527"/>
                </a:moveTo>
                <a:cubicBezTo>
                  <a:pt x="42278" y="491800"/>
                  <a:pt x="40874" y="495937"/>
                  <a:pt x="38366" y="499398"/>
                </a:cubicBezTo>
                <a:cubicBezTo>
                  <a:pt x="34502" y="505116"/>
                  <a:pt x="28097" y="508596"/>
                  <a:pt x="21196" y="508724"/>
                </a:cubicBezTo>
                <a:cubicBezTo>
                  <a:pt x="9490" y="508724"/>
                  <a:pt x="0" y="499234"/>
                  <a:pt x="0" y="487527"/>
                </a:cubicBezTo>
                <a:lnTo>
                  <a:pt x="0" y="333850"/>
                </a:lnTo>
                <a:cubicBezTo>
                  <a:pt x="0" y="322143"/>
                  <a:pt x="9490" y="312653"/>
                  <a:pt x="21196" y="312653"/>
                </a:cubicBezTo>
                <a:cubicBezTo>
                  <a:pt x="32903" y="312653"/>
                  <a:pt x="42393" y="322143"/>
                  <a:pt x="42393" y="333850"/>
                </a:cubicBezTo>
                <a:close/>
                <a:moveTo>
                  <a:pt x="508724" y="37094"/>
                </a:moveTo>
                <a:lnTo>
                  <a:pt x="508724" y="243763"/>
                </a:lnTo>
                <a:cubicBezTo>
                  <a:pt x="508608" y="264202"/>
                  <a:pt x="492068" y="280742"/>
                  <a:pt x="471630" y="280858"/>
                </a:cubicBezTo>
                <a:lnTo>
                  <a:pt x="174874" y="280858"/>
                </a:lnTo>
                <a:cubicBezTo>
                  <a:pt x="154435" y="280742"/>
                  <a:pt x="137895" y="264202"/>
                  <a:pt x="137779" y="243763"/>
                </a:cubicBezTo>
                <a:lnTo>
                  <a:pt x="137779" y="37094"/>
                </a:lnTo>
                <a:cubicBezTo>
                  <a:pt x="137895" y="16655"/>
                  <a:pt x="154435" y="115"/>
                  <a:pt x="174874" y="0"/>
                </a:cubicBezTo>
                <a:lnTo>
                  <a:pt x="471630" y="0"/>
                </a:lnTo>
                <a:cubicBezTo>
                  <a:pt x="492068" y="115"/>
                  <a:pt x="508608" y="16655"/>
                  <a:pt x="508724" y="37094"/>
                </a:cubicBezTo>
                <a:close/>
                <a:moveTo>
                  <a:pt x="392141" y="148378"/>
                </a:moveTo>
                <a:lnTo>
                  <a:pt x="392141" y="79488"/>
                </a:lnTo>
                <a:lnTo>
                  <a:pt x="339149" y="79488"/>
                </a:lnTo>
                <a:lnTo>
                  <a:pt x="339149" y="148378"/>
                </a:lnTo>
                <a:close/>
                <a:moveTo>
                  <a:pt x="339149" y="180173"/>
                </a:moveTo>
                <a:lnTo>
                  <a:pt x="339149" y="249063"/>
                </a:lnTo>
                <a:lnTo>
                  <a:pt x="392141" y="249063"/>
                </a:lnTo>
                <a:lnTo>
                  <a:pt x="392141" y="180173"/>
                </a:lnTo>
                <a:close/>
                <a:moveTo>
                  <a:pt x="169574" y="148378"/>
                </a:moveTo>
                <a:lnTo>
                  <a:pt x="307354" y="148378"/>
                </a:lnTo>
                <a:lnTo>
                  <a:pt x="307354" y="79488"/>
                </a:lnTo>
                <a:lnTo>
                  <a:pt x="169574" y="79488"/>
                </a:lnTo>
                <a:close/>
                <a:moveTo>
                  <a:pt x="423937" y="148378"/>
                </a:moveTo>
                <a:lnTo>
                  <a:pt x="476929" y="148378"/>
                </a:lnTo>
                <a:lnTo>
                  <a:pt x="476929" y="79488"/>
                </a:lnTo>
                <a:lnTo>
                  <a:pt x="423937" y="79488"/>
                </a:lnTo>
                <a:close/>
                <a:moveTo>
                  <a:pt x="174874" y="249063"/>
                </a:moveTo>
                <a:lnTo>
                  <a:pt x="307354" y="249063"/>
                </a:lnTo>
                <a:lnTo>
                  <a:pt x="307354" y="180173"/>
                </a:lnTo>
                <a:lnTo>
                  <a:pt x="169574" y="180173"/>
                </a:lnTo>
                <a:lnTo>
                  <a:pt x="169574" y="243763"/>
                </a:lnTo>
                <a:cubicBezTo>
                  <a:pt x="169574" y="246690"/>
                  <a:pt x="171947" y="249063"/>
                  <a:pt x="174874" y="249063"/>
                </a:cubicBezTo>
                <a:close/>
                <a:moveTo>
                  <a:pt x="476929" y="243763"/>
                </a:moveTo>
                <a:lnTo>
                  <a:pt x="476929" y="180173"/>
                </a:lnTo>
                <a:lnTo>
                  <a:pt x="423937" y="180173"/>
                </a:lnTo>
                <a:lnTo>
                  <a:pt x="423937" y="249063"/>
                </a:lnTo>
                <a:lnTo>
                  <a:pt x="471630" y="249063"/>
                </a:lnTo>
                <a:cubicBezTo>
                  <a:pt x="474556" y="249063"/>
                  <a:pt x="476929" y="246690"/>
                  <a:pt x="476929" y="243763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1304" y="3624011"/>
            <a:ext cx="165335" cy="3561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7841" y="5032330"/>
            <a:ext cx="1844126" cy="7122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oboto"/>
              </a:rPr>
              <a:t>Collect necessary data from
smart meters, elasticity
parameters, shiftable load,
and hourly marginal costs.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2673" y="3361170"/>
            <a:ext cx="1233657" cy="24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Roboto"/>
              </a:rPr>
              <a:t>Optimize Tariff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6606" y="2199582"/>
            <a:ext cx="165335" cy="3561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77885" y="2259781"/>
            <a:ext cx="1805972" cy="534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Roboto"/>
              </a:rPr>
              <a:t>Produce optimized tariffs,
adjusted load profiles, and
profit gain estimates.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2109" y="1936741"/>
            <a:ext cx="1488019" cy="24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Roboto"/>
              </a:rPr>
              <a:t>Generate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7841" y="4734726"/>
            <a:ext cx="1131912" cy="24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Roboto"/>
              </a:rPr>
              <a:t>Gather Inputs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7748" y="5048440"/>
            <a:ext cx="165335" cy="3561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9057" y="970164"/>
            <a:ext cx="2403724" cy="24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Achieving Optimal ToU Tariff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2673" y="3684210"/>
            <a:ext cx="1882281" cy="534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oboto"/>
              </a:rPr>
              <a:t>Use mathematical models to
determine the best ToU tariff
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Thukral</cp:lastModifiedBy>
  <cp:revision>1</cp:revision>
  <dcterms:created xsi:type="dcterms:W3CDTF">2013-01-27T09:14:16Z</dcterms:created>
  <dcterms:modified xsi:type="dcterms:W3CDTF">2025-07-11T06:41:42Z</dcterms:modified>
  <cp:category/>
</cp:coreProperties>
</file>